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narration for the 60-second video.
Hi, I’m Jason Liu. One thing I built and shipped is a local AI platform that turns my Mac into a private developer assistant. The problem was simple: cloud tools are powerful, but access, cost, and network conditions can change. I wanted a system that could keep helping me draft, test, summarize, and run structured workflows from my own machine. I installed and benchmarked a local Qwen model, exposed a local API, connected it to my project workflow, and used GitHub to track progress and changes. The useful part is the operating process around the model: reliable startup, tests, logging, fallbacks, and a repeatable way to turn ideas into working tools. This matters for Solana because builders need fast feedback. If selected, I would bring the same practical style to campus: less theory first, more demos, more shipping, and more students leaving each session with something that actually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narration for the 60-second video.
Hi, I’m Jason Liu. One thing I built and shipped is a local AI platform that turns my Mac into a private developer assistant. The problem was simple: cloud tools are powerful, but access, cost, and network conditions can change. I wanted a system that could keep helping me draft, test, summarize, and run structured workflows from my own machine. I installed and benchmarked a local Qwen model, exposed a local API, connected it to my project workflow, and used GitHub to track progress and changes. The useful part is the operating process around the model: reliable startup, tests, logging, fallbacks, and a repeatable way to turn ideas into working tools. This matters for Solana because builders need fast feedback. If selected, I would bring the same practical style to campus: less theory first, more demos, more shipping, and more students leaving each session with something that actually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narration for the 60-second video.
Hi, I’m Jason Liu. One thing I built and shipped is a local AI platform that turns my Mac into a private developer assistant. The problem was simple: cloud tools are powerful, but access, cost, and network conditions can change. I wanted a system that could keep helping me draft, test, summarize, and run structured workflows from my own machine. I installed and benchmarked a local Qwen model, exposed a local API, connected it to my project workflow, and used GitHub to track progress and changes. The useful part is the operating process around the model: reliable startup, tests, logging, fallbacks, and a repeatable way to turn ideas into working tools. This matters for Solana because builders need fast feedback. If selected, I would bring the same practical style to campus: less theory first, more demos, more shipping, and more students leaving each session with something that actually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narration for the 60-second video.
Hi, I’m Jason Liu. One thing I built and shipped is a local AI platform that turns my Mac into a private developer assistant. The problem was simple: cloud tools are powerful, but access, cost, and network conditions can change. I wanted a system that could keep helping me draft, test, summarize, and run structured workflows from my own machine. I installed and benchmarked a local Qwen model, exposed a local API, connected it to my project workflow, and used GitHub to track progress and changes. The useful part is the operating process around the model: reliable startup, tests, logging, fallbacks, and a repeatable way to turn ideas into working tools. This matters for Solana because builders need fast feedback. If selected, I would bring the same practical style to campus: less theory first, more demos, more shipping, and more students leaving each session with something that actually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this narration for the 60-second video.
Hi, I’m Jason Liu. One thing I built and shipped is a local AI platform that turns my Mac into a private developer assistant. The problem was simple: cloud tools are powerful, but access, cost, and network conditions can change. I wanted a system that could keep helping me draft, test, summarize, and run structured workflows from my own machine. I installed and benchmarked a local Qwen model, exposed a local API, connected it to my project workflow, and used GitHub to track progress and changes. The useful part is the operating process around the model: reliable startup, tests, logging, fallbacks, and a repeatable way to turn ideas into working tools. This matters for Solana because builders need fast feedback. If selected, I would bring the same practical style to campus: less theory first, more demos, more shipping, and more students leaving each session with something that actually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3367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1 of 2  |  Something made or shipped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F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SOMETHING I SHIPPED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170432"/>
            <a:ext cx="98755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AI Platform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94944" y="2587752"/>
            <a:ext cx="7863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private developer assistant that runs on my own Mac.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646920" y="61081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60 seconds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3367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1  |  Context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4389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F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 I wanted to solve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987552" y="2057400"/>
            <a:ext cx="81838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help should be reliable when I am building.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05840" y="3310128"/>
            <a:ext cx="74066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1D5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tools can be expensive, blocked by network changes, or hard to integrate into repeatable local workflows.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05840" y="4626864"/>
            <a:ext cx="5669280" cy="0"/>
          </a:xfrm>
          <a:prstGeom prst="line">
            <a:avLst/>
          </a:prstGeom>
          <a:noFill/>
          <a:ln w="38100">
            <a:solidFill>
              <a:srgbClr val="14F195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3367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1  |  Build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4389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F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built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2331720" cy="1097280"/>
          </a:xfrm>
          <a:prstGeom prst="rect">
            <a:avLst/>
          </a:prstGeom>
          <a:solidFill>
            <a:srgbClr val="151A2A"/>
          </a:solidFill>
          <a:ln w="13970">
            <a:solidFill>
              <a:srgbClr val="2D33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model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installed and benchmarked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584448" y="1965960"/>
            <a:ext cx="2331720" cy="1097280"/>
          </a:xfrm>
          <a:prstGeom prst="rect">
            <a:avLst/>
          </a:prstGeom>
          <a:solidFill>
            <a:srgbClr val="151A2A"/>
          </a:solidFill>
          <a:ln w="13970">
            <a:solidFill>
              <a:srgbClr val="2D33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API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tools and workflows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0216" y="1965960"/>
            <a:ext cx="2331720" cy="1097280"/>
          </a:xfrm>
          <a:prstGeom prst="rect">
            <a:avLst/>
          </a:prstGeom>
          <a:solidFill>
            <a:srgbClr val="151A2A"/>
          </a:solidFill>
          <a:ln w="13970">
            <a:solidFill>
              <a:srgbClr val="2D33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workflow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progress tracking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015984" y="1965960"/>
            <a:ext cx="2331720" cy="1097280"/>
          </a:xfrm>
          <a:prstGeom prst="rect">
            <a:avLst/>
          </a:prstGeom>
          <a:solidFill>
            <a:srgbClr val="151A2A"/>
          </a:solidFill>
          <a:ln w="13970">
            <a:solidFill>
              <a:srgbClr val="2D33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and fallbacks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repeatable use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82112" y="2514600"/>
            <a:ext cx="347472" cy="0"/>
          </a:xfrm>
          <a:prstGeom prst="line">
            <a:avLst/>
          </a:prstGeom>
          <a:noFill/>
          <a:ln w="25400">
            <a:solidFill>
              <a:srgbClr val="14F19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97880" y="2514600"/>
            <a:ext cx="347472" cy="0"/>
          </a:xfrm>
          <a:prstGeom prst="line">
            <a:avLst/>
          </a:prstGeom>
          <a:noFill/>
          <a:ln w="25400">
            <a:solidFill>
              <a:srgbClr val="14F19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613648" y="2514600"/>
            <a:ext cx="347472" cy="0"/>
          </a:xfrm>
          <a:prstGeom prst="line">
            <a:avLst/>
          </a:prstGeom>
          <a:noFill/>
          <a:ln w="25400">
            <a:solidFill>
              <a:srgbClr val="14F19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60120" y="4023360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model was useful because the workflow around it was reliable.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3367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1  |  Shipped result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4389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F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it can do now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1828800" cy="914400"/>
          </a:xfrm>
          <a:prstGeom prst="rect">
            <a:avLst/>
          </a:prstGeom>
          <a:solidFill>
            <a:srgbClr val="111827"/>
          </a:solidFill>
          <a:ln w="13970">
            <a:solidFill>
              <a:srgbClr val="14F19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703320" y="2011680"/>
            <a:ext cx="1828800" cy="914400"/>
          </a:xfrm>
          <a:prstGeom prst="rect">
            <a:avLst/>
          </a:prstGeom>
          <a:solidFill>
            <a:srgbClr val="111827"/>
          </a:solidFill>
          <a:ln w="13970">
            <a:solidFill>
              <a:srgbClr val="9945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309360" y="2011680"/>
            <a:ext cx="1828800" cy="914400"/>
          </a:xfrm>
          <a:prstGeom prst="rect">
            <a:avLst/>
          </a:prstGeom>
          <a:solidFill>
            <a:srgbClr val="111827"/>
          </a:solidFill>
          <a:ln w="13970">
            <a:solidFill>
              <a:srgbClr val="00C2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15400" y="2011680"/>
            <a:ext cx="2103120" cy="914400"/>
          </a:xfrm>
          <a:prstGeom prst="rect">
            <a:avLst/>
          </a:prstGeom>
          <a:solidFill>
            <a:srgbClr val="111827"/>
          </a:solidFill>
          <a:ln w="13970">
            <a:solidFill>
              <a:srgbClr val="14F19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workflows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3886200"/>
            <a:ext cx="99669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9FAFB"/>
                </a:solidFill>
              </a:rPr>
              <a:t>A working local system, not a one-time demo.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3367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1  |  Solana fit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58368" y="4389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F1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76809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fits Solana University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1005840" y="1965960"/>
            <a:ext cx="2560320" cy="1051560"/>
          </a:xfrm>
          <a:prstGeom prst="rect">
            <a:avLst/>
          </a:prstGeom>
          <a:solidFill>
            <a:srgbClr val="151A2A"/>
          </a:solidFill>
          <a:ln w="13970">
            <a:solidFill>
              <a:srgbClr val="14F19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feedback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800600" y="1965960"/>
            <a:ext cx="2560320" cy="1051560"/>
          </a:xfrm>
          <a:prstGeom prst="rect">
            <a:avLst/>
          </a:prstGeom>
          <a:solidFill>
            <a:srgbClr val="151A2A"/>
          </a:solidFill>
          <a:ln w="13970">
            <a:solidFill>
              <a:srgbClr val="9945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demos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595360" y="1965960"/>
            <a:ext cx="2560320" cy="1051560"/>
          </a:xfrm>
          <a:prstGeom prst="rect">
            <a:avLst/>
          </a:prstGeom>
          <a:solidFill>
            <a:srgbClr val="151A2A"/>
          </a:solidFill>
          <a:ln w="13970">
            <a:solidFill>
              <a:srgbClr val="00C2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 builders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703320" y="2496312"/>
            <a:ext cx="960120" cy="0"/>
          </a:xfrm>
          <a:prstGeom prst="line">
            <a:avLst/>
          </a:prstGeom>
          <a:noFill/>
          <a:ln w="27940">
            <a:solidFill>
              <a:srgbClr val="14F19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498080" y="2496312"/>
            <a:ext cx="960120" cy="0"/>
          </a:xfrm>
          <a:prstGeom prst="line">
            <a:avLst/>
          </a:prstGeom>
          <a:noFill/>
          <a:ln w="27940">
            <a:solidFill>
              <a:srgbClr val="14F19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097280" y="4005072"/>
            <a:ext cx="96012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9FAFB"/>
                </a:solidFill>
              </a:rPr>
              <a:t>My campus style: less theory first, more demos, more shipping.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Solana University Application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60-second application video display deck</dc:subject>
  <dc:creator>Jason Liu</dc:creator>
  <cp:lastModifiedBy>Jason Liu</cp:lastModifiedBy>
  <cp:revision>1</cp:revision>
  <dcterms:created xsi:type="dcterms:W3CDTF">2026-08-28T04:23:43Z</dcterms:created>
  <dcterms:modified xsi:type="dcterms:W3CDTF">2026-08-28T04:23:43Z</dcterms:modified>
</cp:coreProperties>
</file>
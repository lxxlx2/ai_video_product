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campus activity I organized was a hands-on AI builder session for students who were curious about technology but did not know how to start. The goal was simple: make the first step small enough that everyone could finish it. I prepared a short walkthrough, helped participants choose a problem, then guided them from idea to a basic prototype plan. Instead of giving a long lecture, I structured the session around three actions: define a user problem, design the smallest demo, and explain it clearly in one minute. People could ask questions while working, so the room felt like a build night. The main thing I learned is that student communities grow when the organizer removes friction. For Solana University, I would use the same format: beginner-friendly workshops, weekly building time, and a demo day where students can show useful payments, agent, or consumer app prototypes.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campus activity I organized was a hands-on AI builder session for students who were curious about technology but did not know how to start. The goal was simple: make the first step small enough that everyone could finish it. I prepared a short walkthrough, helped participants choose a problem, then guided them from idea to a basic prototype plan. Instead of giving a long lecture, I structured the session around three actions: define a user problem, design the smallest demo, and explain it clearly in one minute. People could ask questions while working, so the room felt like a build night. The main thing I learned is that student communities grow when the organizer removes friction. For Solana University, I would use the same format: beginner-friendly workshops, weekly building time, and a demo day where students can show useful payments, agent, or consumer app prototypes.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campus activity I organized was a hands-on AI builder session for students who were curious about technology but did not know how to start. The goal was simple: make the first step small enough that everyone could finish it. I prepared a short walkthrough, helped participants choose a problem, then guided them from idea to a basic prototype plan. Instead of giving a long lecture, I structured the session around three actions: define a user problem, design the smallest demo, and explain it clearly in one minute. People could ask questions while working, so the room felt like a build night. The main thing I learned is that student communities grow when the organizer removes friction. For Solana University, I would use the same format: beginner-friendly workshops, weekly building time, and a demo day where students can show useful payments, agent, or consumer app prototypes.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campus activity I organized was a hands-on AI builder session for students who were curious about technology but did not know how to start. The goal was simple: make the first step small enough that everyone could finish it. I prepared a short walkthrough, helped participants choose a problem, then guided them from idea to a basic prototype plan. Instead of giving a long lecture, I structured the session around three actions: define a user problem, design the smallest demo, and explain it clearly in one minute. People could ask questions while working, so the room felt like a build night. The main thing I learned is that student communities grow when the organizer removes friction. For Solana University, I would use the same format: beginner-friendly workshops, weekly building time, and a demo day where students can show useful payments, agent, or consumer app prototypes.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campus activity I organized was a hands-on AI builder session for students who were curious about technology but did not know how to start. The goal was simple: make the first step small enough that everyone could finish it. I prepared a short walkthrough, helped participants choose a problem, then guided them from idea to a basic prototype plan. Instead of giving a long lecture, I structured the session around three actions: define a user problem, design the smallest demo, and explain it clearly in one minute. People could ask questions while working, so the room felt like a build night. The main thing I learned is that student communities grow when the organizer removes friction. For Solana University, I would use the same format: beginner-friendly workshops, weekly building time, and a demo day where students can show useful payments, agent, or consumer app prototypes.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2 of 2  |  Something organized on campus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SOMETHING I ORGANIZED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9875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Beginner AI Builder Session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94944" y="2587752"/>
            <a:ext cx="7863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hands-on format for turning curiosity into a first demo plan.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46920" y="6108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60 seconds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2  |  Goal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first step small enough to finish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87552" y="2057400"/>
            <a:ext cx="8183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student should leave with a clear first demo plan.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3310128"/>
            <a:ext cx="74066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session was designed for beginners: no long lecture, no pressure, just a practical path from idea to prototype.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4626864"/>
            <a:ext cx="5669280" cy="0"/>
          </a:xfrm>
          <a:prstGeom prst="line">
            <a:avLst/>
          </a:prstGeom>
          <a:noFill/>
          <a:ln w="38100">
            <a:solidFill>
              <a:srgbClr val="14F19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2  |  Activity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session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2834640" cy="1234440"/>
          </a:xfrm>
          <a:prstGeom prst="rect">
            <a:avLst/>
          </a:prstGeom>
          <a:solidFill>
            <a:srgbClr val="151A2A"/>
          </a:solidFill>
          <a:ln w="13970">
            <a:solidFill>
              <a:srgbClr val="14F1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 user problem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663440" y="1874520"/>
            <a:ext cx="2834640" cy="1234440"/>
          </a:xfrm>
          <a:prstGeom prst="rect">
            <a:avLst/>
          </a:prstGeom>
          <a:solidFill>
            <a:srgbClr val="151A2A"/>
          </a:solidFill>
          <a:ln w="13970">
            <a:solidFill>
              <a:srgbClr val="994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smallest demo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21040" y="1874520"/>
            <a:ext cx="2834640" cy="1234440"/>
          </a:xfrm>
          <a:prstGeom prst="rect">
            <a:avLst/>
          </a:prstGeom>
          <a:solidFill>
            <a:srgbClr val="151A2A"/>
          </a:solidFill>
          <a:ln w="13970">
            <a:solidFill>
              <a:srgbClr val="00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it in one minute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931920" y="2487168"/>
            <a:ext cx="594360" cy="0"/>
          </a:xfrm>
          <a:prstGeom prst="line">
            <a:avLst/>
          </a:prstGeom>
          <a:noFill/>
          <a:ln w="2794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89520" y="2487168"/>
            <a:ext cx="594360" cy="0"/>
          </a:xfrm>
          <a:prstGeom prst="line">
            <a:avLst/>
          </a:prstGeom>
          <a:noFill/>
          <a:ln w="2794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51560" y="4187952"/>
            <a:ext cx="9966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FAFB"/>
                </a:solidFill>
              </a:rPr>
              <a:t>It felt like a build night, not a classroom lecture.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2  |  Organizer role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role as the organizer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2834640" cy="960120"/>
          </a:xfrm>
          <a:prstGeom prst="rect">
            <a:avLst/>
          </a:prstGeom>
          <a:solidFill>
            <a:srgbClr val="111827"/>
          </a:solidFill>
          <a:ln w="13970">
            <a:solidFill>
              <a:srgbClr val="14F1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walkthrough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663440" y="1920240"/>
            <a:ext cx="2834640" cy="960120"/>
          </a:xfrm>
          <a:prstGeom prst="rect">
            <a:avLst/>
          </a:prstGeom>
          <a:solidFill>
            <a:srgbClr val="111827"/>
          </a:solidFill>
          <a:ln w="13970">
            <a:solidFill>
              <a:srgbClr val="994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questions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66760" y="1920240"/>
            <a:ext cx="2834640" cy="960120"/>
          </a:xfrm>
          <a:prstGeom prst="rect">
            <a:avLst/>
          </a:prstGeom>
          <a:solidFill>
            <a:srgbClr val="111827"/>
          </a:solidFill>
          <a:ln w="13970">
            <a:solidFill>
              <a:srgbClr val="00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Unblock participants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9FAFB"/>
                </a:solidFill>
              </a:rPr>
              <a:t>The key lesson: student communities grow when the organizer removes friction.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2  |  Campus program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SOLANA UNIVERSITY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 would run Solana on campus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2560320" cy="1143000"/>
          </a:xfrm>
          <a:prstGeom prst="rect">
            <a:avLst/>
          </a:prstGeom>
          <a:solidFill>
            <a:srgbClr val="151A2A"/>
          </a:solidFill>
          <a:ln w="13970">
            <a:solidFill>
              <a:srgbClr val="14F1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Beginner-friendly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800600" y="1920240"/>
            <a:ext cx="2560320" cy="1143000"/>
          </a:xfrm>
          <a:prstGeom prst="rect">
            <a:avLst/>
          </a:prstGeom>
          <a:solidFill>
            <a:srgbClr val="151A2A"/>
          </a:solidFill>
          <a:ln w="13970">
            <a:solidFill>
              <a:srgbClr val="994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nights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0" y="1920240"/>
            <a:ext cx="2560320" cy="1143000"/>
          </a:xfrm>
          <a:prstGeom prst="rect">
            <a:avLst/>
          </a:prstGeom>
          <a:solidFill>
            <a:srgbClr val="151A2A"/>
          </a:solidFill>
          <a:ln w="13970">
            <a:solidFill>
              <a:srgbClr val="00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real prototypes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49040" y="2487168"/>
            <a:ext cx="914400" cy="0"/>
          </a:xfrm>
          <a:prstGeom prst="line">
            <a:avLst/>
          </a:prstGeom>
          <a:noFill/>
          <a:ln w="2794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52360" y="2487168"/>
            <a:ext cx="914400" cy="0"/>
          </a:xfrm>
          <a:prstGeom prst="line">
            <a:avLst/>
          </a:prstGeom>
          <a:noFill/>
          <a:ln w="2794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43000" y="416052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FAFB"/>
                </a:solidFill>
              </a:rPr>
              <a:t>Payments, agent tools, and consumer app demos students can show.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Solana University Application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60-second application video display deck</dc:subject>
  <dc:creator>Jason Liu</dc:creator>
  <cp:lastModifiedBy>Jason Liu</cp:lastModifiedBy>
  <cp:revision>1</cp:revision>
  <dcterms:created xsi:type="dcterms:W3CDTF">2026-08-28T04:23:43Z</dcterms:created>
  <dcterms:modified xsi:type="dcterms:W3CDTF">2026-08-28T04:23:43Z</dcterms:modified>
</cp:coreProperties>
</file>